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>
      <p:cViewPr varScale="1">
        <p:scale>
          <a:sx n="53" d="100"/>
          <a:sy n="53" d="100"/>
        </p:scale>
        <p:origin x="1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50"/>
            <a:ext cx="12206817" cy="686752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063751" y="1701800"/>
            <a:ext cx="9211733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063751" y="2927350"/>
            <a:ext cx="9218083" cy="1752600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rtl="0" fontAlgn="base">
        <a:spcBef>
          <a:spcPct val="0"/>
        </a:spcBef>
        <a:spcAft>
          <a:spcPct val="0"/>
        </a:spcAft>
        <a:defRPr sz="3600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-1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Arial Black" panose="020B0A04020102020204" charset="0"/>
                <a:cs typeface="Arial Black" panose="020B0A04020102020204" charset="0"/>
              </a:rPr>
              <a:t>Set theory </a:t>
            </a:r>
            <a:endParaRPr lang="en-US">
              <a:latin typeface="Arial Black" panose="020B0A04020102020204" charset="0"/>
              <a:cs typeface="Arial Black" panose="020B0A040201020202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Meaning of Sets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>
                <a:latin typeface="+mj-lt"/>
                <a:cs typeface="+mj-lt"/>
              </a:rPr>
              <a:t>Collection </a:t>
            </a:r>
            <a:r>
              <a:rPr lang="en-US"/>
              <a:t>of well defined distinct objects.</a:t>
            </a:r>
            <a:endParaRPr lang="en-US"/>
          </a:p>
          <a:p>
            <a:r>
              <a:rPr lang="en-US"/>
              <a:t>Example - </a:t>
            </a:r>
            <a:endParaRPr lang="en-US"/>
          </a:p>
          <a:p>
            <a:pPr marL="0" indent="0">
              <a:buNone/>
            </a:pPr>
            <a:r>
              <a:rPr lang="en-US"/>
              <a:t>    	A = { 1, 2, 3, 3}</a:t>
            </a:r>
            <a:endParaRPr lang="en-US"/>
          </a:p>
          <a:p>
            <a:pPr marL="0" indent="0">
              <a:buNone/>
            </a:pPr>
            <a:r>
              <a:rPr lang="en-US"/>
              <a:t>	B = {bca, mca, b.com}</a:t>
            </a:r>
            <a:endParaRPr lang="en-US"/>
          </a:p>
          <a:p>
            <a:pPr marL="0" indent="0">
              <a:buNone/>
            </a:pPr>
            <a:endParaRPr lang="en-US"/>
          </a:p>
          <a:p>
            <a:r>
              <a:rPr lang="en-US"/>
              <a:t>Fathers of sets - Georg Ferdinand Ludwig Philipp Cantor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Representation of Sets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Statements form</a:t>
            </a:r>
            <a:endParaRPr lang="en-US"/>
          </a:p>
          <a:p>
            <a:r>
              <a:rPr lang="en-US"/>
              <a:t>Rostor form/Tabular method</a:t>
            </a:r>
            <a:endParaRPr lang="en-US"/>
          </a:p>
          <a:p>
            <a:r>
              <a:rPr lang="en-US"/>
              <a:t>Set builder method/Property method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Examples of statements form of sets -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Set A is prime number less than 10.</a:t>
            </a:r>
            <a:endParaRPr lang="en-US"/>
          </a:p>
          <a:p>
            <a:r>
              <a:rPr lang="en-US"/>
              <a:t>Set A is Prime number grater than 2 and less than 22.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Examples of Roster method of sets -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A = {1, 2, 3, 4}</a:t>
            </a:r>
            <a:endParaRPr lang="en-US"/>
          </a:p>
          <a:p>
            <a:r>
              <a:rPr lang="en-US"/>
              <a:t>B = {50, 60,70}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munications and Dialogues">
  <a:themeElements>
    <a:clrScheme name="Communications and Dialogu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66CC"/>
      </a:accent1>
      <a:accent2>
        <a:srgbClr val="3399FF"/>
      </a:accent2>
      <a:accent3>
        <a:srgbClr val="FFFFFF"/>
      </a:accent3>
      <a:accent4>
        <a:srgbClr val="000000"/>
      </a:accent4>
      <a:accent5>
        <a:srgbClr val="AAB8E2"/>
      </a:accent5>
      <a:accent6>
        <a:srgbClr val="2D8AE7"/>
      </a:accent6>
      <a:hlink>
        <a:srgbClr val="CC3300"/>
      </a:hlink>
      <a:folHlink>
        <a:srgbClr val="996600"/>
      </a:folHlink>
    </a:clrScheme>
    <a:fontScheme name="Communications and Dialogu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Communications and Dialogu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munications and Dialogu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munications and Dialogu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munications and Dialogu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munications and Dialogu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munications and Dialogu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munications and Dialogu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munications and Dialogu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munications and Dialogu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munications and Dialogu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munications and Dialogu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munications and Dialogu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munications and Dialogu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66CC"/>
        </a:accent1>
        <a:accent2>
          <a:srgbClr val="3399FF"/>
        </a:accent2>
        <a:accent3>
          <a:srgbClr val="FFFFFF"/>
        </a:accent3>
        <a:accent4>
          <a:srgbClr val="000000"/>
        </a:accent4>
        <a:accent5>
          <a:srgbClr val="AAB8E2"/>
        </a:accent5>
        <a:accent6>
          <a:srgbClr val="2D8AE7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478</Words>
  <Application>WPS Presentation</Application>
  <PresentationFormat>Widescreen</PresentationFormat>
  <Paragraphs>29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Arial</vt:lpstr>
      <vt:lpstr>SimSun</vt:lpstr>
      <vt:lpstr>Wingdings</vt:lpstr>
      <vt:lpstr>Microsoft YaHei</vt:lpstr>
      <vt:lpstr>Arial Unicode MS</vt:lpstr>
      <vt:lpstr>Calibri</vt:lpstr>
      <vt:lpstr>Andalus</vt:lpstr>
      <vt:lpstr>Arial Black</vt:lpstr>
      <vt:lpstr>Communications and Dialogues</vt:lpstr>
      <vt:lpstr>Chapter -1 </vt:lpstr>
      <vt:lpstr>Meaning of Sets</vt:lpstr>
      <vt:lpstr>Representation of Sets</vt:lpstr>
      <vt:lpstr>Examples of statements form of sets -</vt:lpstr>
      <vt:lpstr>Examples of Roster method of sets -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-1 </dc:title>
  <dc:creator/>
  <cp:lastModifiedBy>security</cp:lastModifiedBy>
  <cp:revision>10</cp:revision>
  <dcterms:created xsi:type="dcterms:W3CDTF">2021-10-05T09:06:00Z</dcterms:created>
  <dcterms:modified xsi:type="dcterms:W3CDTF">2021-10-05T09:24:32Z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1033-11.2.0.10223</vt:lpwstr>
  </property>
</Properties>
</file>