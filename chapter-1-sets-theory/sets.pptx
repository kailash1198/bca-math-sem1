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42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>
      <p:cViewPr varScale="1">
        <p:scale>
          <a:sx n="67" d="100"/>
          <a:sy n="67" d="100"/>
        </p:scale>
        <p:origin x="6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  <a:t>10/5/2021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10/5/2021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13329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10/5/2021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25583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10/5/2021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832564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10/5/2021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87050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10/5/2021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69261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10/5/2021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002478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10/5/2021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64031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10/5/2021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77740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10/5/2021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8860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10/5/2021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87529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10/5/2021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23738861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10/5/2021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566422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10/5/2021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66671992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10/5/2021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174919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10/5/2021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34526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10/5/2021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238049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  <a:t>10/5/2021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7169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3" r:id="rId1"/>
    <p:sldLayoutId id="2147483744" r:id="rId2"/>
    <p:sldLayoutId id="2147483745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3" r:id="rId11"/>
    <p:sldLayoutId id="2147483754" r:id="rId12"/>
    <p:sldLayoutId id="2147483755" r:id="rId13"/>
    <p:sldLayoutId id="2147483756" r:id="rId14"/>
    <p:sldLayoutId id="2147483757" r:id="rId15"/>
    <p:sldLayoutId id="2147483758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-1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latin typeface="Arial Black" panose="020B0A04020102020204" charset="0"/>
                <a:cs typeface="Arial Black" panose="020B0A04020102020204" charset="0"/>
              </a:rPr>
              <a:t>Set theory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Meaning of 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latin typeface="+mj-lt"/>
                <a:cs typeface="+mj-lt"/>
              </a:rPr>
              <a:t>Collection </a:t>
            </a:r>
            <a:r>
              <a:rPr lang="en-US"/>
              <a:t>of well defined distinct objects.</a:t>
            </a:r>
          </a:p>
          <a:p>
            <a:r>
              <a:rPr lang="en-US"/>
              <a:t>Example - </a:t>
            </a:r>
          </a:p>
          <a:p>
            <a:pPr marL="0" indent="0">
              <a:buNone/>
            </a:pPr>
            <a:r>
              <a:rPr lang="en-US"/>
              <a:t>    	A = { 1, 2, 3, 3}</a:t>
            </a:r>
          </a:p>
          <a:p>
            <a:pPr marL="0" indent="0">
              <a:buNone/>
            </a:pPr>
            <a:r>
              <a:rPr lang="en-US"/>
              <a:t>	B = {bca, mca, b.com}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Fathers of sets - Georg Ferdinand Ludwig Philipp Cantor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Representation of 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Statements form</a:t>
            </a:r>
          </a:p>
          <a:p>
            <a:r>
              <a:rPr lang="en-US"/>
              <a:t>Rostor form/Tabular method</a:t>
            </a:r>
          </a:p>
          <a:p>
            <a:r>
              <a:rPr lang="en-US"/>
              <a:t>Set builder method/Property method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 of statements form of sets -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Set A is prime number less than 10.</a:t>
            </a:r>
          </a:p>
          <a:p>
            <a:r>
              <a:rPr lang="en-US"/>
              <a:t>Set A is Prime number grater than 2 and less than 22.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 of Roster method of sets -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= {1, 2, 3, 4}</a:t>
            </a:r>
          </a:p>
          <a:p>
            <a:r>
              <a:rPr lang="en-US"/>
              <a:t>B = {50, 60,70}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</TotalTime>
  <Words>121</Words>
  <Application>Microsoft Office PowerPoint</Application>
  <PresentationFormat>Widescreen</PresentationFormat>
  <Paragraphs>19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Arial Black</vt:lpstr>
      <vt:lpstr>Calibri</vt:lpstr>
      <vt:lpstr>Trebuchet MS</vt:lpstr>
      <vt:lpstr>Wingdings 3</vt:lpstr>
      <vt:lpstr>Facet</vt:lpstr>
      <vt:lpstr>Chapter -1 </vt:lpstr>
      <vt:lpstr>Meaning of Sets</vt:lpstr>
      <vt:lpstr>Representation of Sets</vt:lpstr>
      <vt:lpstr>Examples of statements form of sets -</vt:lpstr>
      <vt:lpstr>Examples of Roster method of sets -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-1 </dc:title>
  <dc:creator/>
  <cp:lastModifiedBy>Kailash</cp:lastModifiedBy>
  <cp:revision>11</cp:revision>
  <dcterms:created xsi:type="dcterms:W3CDTF">2021-10-05T09:06:00Z</dcterms:created>
  <dcterms:modified xsi:type="dcterms:W3CDTF">2021-10-05T15:09:25Z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1033-11.2.0.10223</vt:lpwstr>
  </property>
</Properties>
</file>