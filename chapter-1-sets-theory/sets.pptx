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-1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Set theory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Meaning of Sets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Collection of well defined objects.</a:t>
            </a:r>
            <a:endParaRPr lang="en-US"/>
          </a:p>
          <a:p>
            <a:r>
              <a:rPr lang="en-US"/>
              <a:t>Example - </a:t>
            </a:r>
            <a:endParaRPr lang="en-US"/>
          </a:p>
          <a:p>
            <a:pPr marL="0" indent="0">
              <a:buNone/>
            </a:pPr>
            <a:r>
              <a:rPr lang="en-US"/>
              <a:t>    	A = { 1, 2, 3, 3}</a:t>
            </a:r>
            <a:endParaRPr lang="en-US"/>
          </a:p>
          <a:p>
            <a:pPr marL="0" indent="0">
              <a:buNone/>
            </a:pPr>
            <a:r>
              <a:rPr lang="en-US"/>
              <a:t>	B = {bca, mca, b.com}</a:t>
            </a:r>
            <a:endParaRPr lang="en-US"/>
          </a:p>
          <a:p>
            <a:r>
              <a:rPr lang="en-US"/>
              <a:t>Fathers of sets - Georg Ferdinand Ludwig Philipp Cantor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Representation of Sets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Statements form</a:t>
            </a:r>
            <a:endParaRPr lang="en-US"/>
          </a:p>
          <a:p>
            <a:r>
              <a:rPr lang="en-US"/>
              <a:t>Rostor form/Tabular method</a:t>
            </a:r>
            <a:endParaRPr lang="en-US"/>
          </a:p>
          <a:p>
            <a:r>
              <a:rPr lang="en-US"/>
              <a:t>Set builder method/Property method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Examples of statements form of sets 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Set A is prime number less than 10.</a:t>
            </a:r>
            <a:endParaRPr lang="en-US"/>
          </a:p>
          <a:p>
            <a:r>
              <a:rPr lang="en-US"/>
              <a:t>Set A is Prime number grater than 2 and less than 22.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Examples of Roster method of sets 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= {1, 2, 3, 4}</a:t>
            </a:r>
            <a:endParaRPr lang="en-US"/>
          </a:p>
          <a:p>
            <a:r>
              <a:rPr lang="en-US"/>
              <a:t>B = {50, 60,70}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WPS Presentation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Communications and Dialogues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-1 </dc:title>
  <dc:creator/>
  <cp:lastModifiedBy>security</cp:lastModifiedBy>
  <cp:revision>6</cp:revision>
  <dcterms:created xsi:type="dcterms:W3CDTF">2021-10-05T09:06:46Z</dcterms:created>
  <dcterms:modified xsi:type="dcterms:W3CDTF">2021-10-05T09:15:51Z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1033-11.2.0.10223</vt:lpwstr>
  </property>
</Properties>
</file>